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486400" cy="5486400"/>
          </a:xfrm>
          <a:prstGeom prst="ellipse">
            <a:avLst/>
          </a:prstGeom>
          <a:solidFill>
            <a:srgbClr val="1A1050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00A30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</a:rPr>
              <a:t>UNITY ENGINE 6.3  ·  1인 3주 개발  ·  액션 RPG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김경일의 모험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Origin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5720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F0"/>
                </a:solidFill>
              </a:rPr>
              <a:t>오픈월드 모방형 쿼터뷰 액션 RPG  |  개발 발표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90A8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548640" cy="53035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44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307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게임 소개 &amp; 구현 범위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819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장르, 컨셉, 맵 구성, 전체 시스템 목록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84248"/>
            <a:ext cx="548640" cy="53035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4825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개발 일정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28600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1주차 → 2주차 → 3주차 마일스톤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548640" cy="53035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7523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715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구현 내용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9900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퀘스트 · 공격강화 · 세이브 · 웨이포인트 · 라이팅/사운드 · 인벤토리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92424"/>
            <a:ext cx="548640" cy="53035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45643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3419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느낀점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69417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연출, 디테일, 밸런스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096512"/>
            <a:ext cx="548640" cy="53035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1605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41239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 &amp; 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게임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김경일의 모험 : Origin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069080" cy="338328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CONCEPT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오픈월드 모방형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쿼터뷰 액션 RPG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퀘스트를 따라 다양한 구역을 탐험하며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천호마을에 닥친 위기의 숨겨진 원인을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밝혀 나가는 이야기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6A"/>
                </a:solidFill>
              </a:rPr>
              <a:t>🗺  탐험  →  퀘스트  →  전투  →  성장  →  보스 처치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Unity 6.3  ·  1인 3주  ·  Windows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069080" cy="338328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MAP STRUCTURE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109728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천호마을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965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시작 지역 · 상점 · 회복 술사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109728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마력의 황무지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514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2구역 · 마법 계열 몬스터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109728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어둠 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063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3구역 · 정예 몬스터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383280"/>
            <a:ext cx="10972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오크 주둔지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4구역 · 전투 특화 구역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109728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왕의 무덤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160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5구역 · 보스 · 엔딩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1A3E"/>
                </a:solidFill>
              </a:rPr>
              <a:t>구현 범위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구현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1A1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64008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⚔  플레이어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이동·대쉬·3단 콤보·스태미나·레벨업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64008" cy="9875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👾  몬스터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38144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배회→감지→추격→공격·보스 2페이즈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280160"/>
            <a:ext cx="64008" cy="9875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📜  퀘스트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8504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ScriptableObject 체인·3종 목표 타입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340864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40864"/>
            <a:ext cx="64008" cy="9875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🎒  인벤토리·장비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5부위 장착·3D 마운트·마우스 툴팁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340864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340864"/>
            <a:ext cx="64008" cy="9875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💾  세이브·로드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38144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AES-256 암호화·HMAC 검증·전항목 저장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340864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340864"/>
            <a:ext cx="64008" cy="9875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🗺  웨이포인트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18504" y="2761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구역 이동·리스폰 연동·저장 트리거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401568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401568"/>
            <a:ext cx="64008" cy="9875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💡  라이팅 전환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구역별 블렌딩·포스트프로세싱·ScriptableObject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401568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401568"/>
            <a:ext cx="64008" cy="98755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🔊  사운드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38144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BGM 크로스페이드·27종 SFX·볼륨 저장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401568"/>
            <a:ext cx="27889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401568"/>
            <a:ext cx="64008" cy="9875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3E"/>
                </a:solidFill>
              </a:rPr>
              <a:t>🛒  상점·상자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18504" y="3822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0"/>
                </a:solidFill>
              </a:rPr>
              <a:t>구매·재고 차감·자동 흡수 애니메이션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A1050">
              <a:alpha val="30000"/>
            </a:srgbClr>
          </a:solidFill>
          <a:ln w="12700">
            <a:solidFill>
              <a:srgbClr val="FFFFFF">
                <a:alpha val="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A1A3E"/>
                </a:solidFill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일정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3주 마일스톤 요약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1A3E"/>
                </a:solidFill>
              </a:rPr>
              <a:t>개발 일정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3주 개발 타임라인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1A1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2834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8346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1주차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~ 2026.05.22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핵심 전투 루프 구축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8방향 이동 + 쿼터뷰 카메라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3단 콤보 공격 + 히트박스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몬스터 AI (배회→감지→추격→공격)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71A3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PlayerHUD + 게임오버 처리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306824"/>
            <a:ext cx="2834640" cy="475488"/>
          </a:xfrm>
          <a:prstGeom prst="rect">
            <a:avLst/>
          </a:prstGeom>
          <a:solidFill>
            <a:srgbClr val="2471A3">
              <a:alpha val="15000"/>
            </a:srgbClr>
          </a:solidFill>
          <a:ln w="6350">
            <a:solidFill>
              <a:srgbClr val="2471A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71A3"/>
                </a:solidFill>
              </a:rPr>
              <a:t>✅ 이동·전투·보상 1차 루프 완성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261872"/>
            <a:ext cx="2834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261872"/>
            <a:ext cx="2834640" cy="640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2주차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진행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콘텐츠 확장 + 시스템 완성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전체 맵 5구역 완성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퀘스트·공격강화·타격감 개선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황무지·어둠 숲 몬스터 11종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웨이포인트 기초·상호작용 시스템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4306824"/>
            <a:ext cx="2834640" cy="475488"/>
          </a:xfrm>
          <a:prstGeom prst="rect">
            <a:avLst/>
          </a:prstGeom>
          <a:solidFill>
            <a:srgbClr val="1E8449">
              <a:alpha val="15000"/>
            </a:srgbClr>
          </a:solidFill>
          <a:ln w="635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✅ 핵심 게임플레이 시스템 완성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261872"/>
            <a:ext cx="28346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261872"/>
            <a:ext cx="2834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3주차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~ 2026.06.07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3E"/>
                </a:solidFill>
              </a:rPr>
              <a:t>완성도 &amp; Polish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인벤토리·장비·상점·상자 시스템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세이브/로드 (AES 암호화)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구역별 BGM·라이팅 전환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333350"/>
                </a:solidFill>
              </a:rPr>
              <a:t>보스 포함 전 콘텐츠 마무리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4306824"/>
            <a:ext cx="2834640" cy="475488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✅ 전 구역·퀘스트·몬스터 완성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A1A3E"/>
                </a:solidFill>
              </a:rPr>
              <a:t>03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구현 내용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기술적 상세 설명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퀘스트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069080" cy="345643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설계 구조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ScriptableObject 기반 QuestData 에셋으로 관리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PrerequisiteQuest / NextQuest 직접 참조 → Linked-List 구조로 선형 체인 진행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한 번에 하나의 퀘스트만 진행 가능 (QuestManager 싱글톤)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목표 타입 3가지: KillMonster / CollectItem / Interact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478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퀘스트 아이템은 현재 목표일 때만 드롭 (IsCurrentQuestTarget 검사)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050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완료 보상: 골드 · EXP · 레벨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069080" cy="345643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상태 전환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LOCKED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7922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선행 퀘스트 미완료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2103120"/>
            <a:ext cx="0" cy="20116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04288"/>
            <a:ext cx="19202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22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359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수락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2670048"/>
            <a:ext cx="0" cy="20116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871216"/>
            <a:ext cx="1920240" cy="3657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889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진행 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3236976"/>
            <a:ext cx="0" cy="20116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438144"/>
            <a:ext cx="19202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56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 TO COMPLETE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493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목표 달성, NPC 방문 대기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3803904"/>
            <a:ext cx="0" cy="20116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005072"/>
            <a:ext cx="192024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023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0599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완료 → 다음 퀘스트 해금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플레이어 공격 강화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5394960" cy="137160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작동 방식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PlayerStats.LevelChanged 이벤트 → PlayerAttackUpgrade.RefreshStage(level) 호출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레벨 이상의 스테이지 중 가장 마지막 것을 선택 → 데미지·범위·이펙트 자동 교체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743200"/>
            <a:ext cx="8321040" cy="1938528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이름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798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해금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2798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데미지 배율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히트 범위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이펙트 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813816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기본 검기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Lv.1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</a:rPr>
              <a:t>×1.0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1.1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319125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힘이 실린 검기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Lv.10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</a:rPr>
              <a:t>×1.2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1.25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3502152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마력이 깃든 검기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Lv.20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</a:rPr>
              <a:t>×1.45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1.4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3813048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78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어둠에 잠식된 검기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Lv.30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3484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</a:rPr>
              <a:t>×1.75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1.6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80960" y="4123944"/>
            <a:ext cx="201168" cy="20116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패기를 두른 검기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Lv.40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3484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</a:rPr>
              <a:t>×2.1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932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1.8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443484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③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세이브 / 로드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5394960" cy="155448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🔐  암호화 구조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PBKDF2 (SHA-256, 12만 회) 로 Salt에서 256-bit 암호화 키 + HMAC 키 유도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AES-256-CBC 암호화 → 매 저장마다 새 IV 생성 → 재사용 공격 차단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HMAC-SHA256 서명 → 로드 시 검증 실패 시 변조 파일로 판단 거부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키 캐싱 + 백그라운드 워밍업 → 첫 저장 시 프리징 방지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261872"/>
            <a:ext cx="2788920" cy="192024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저장 항목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  플레이어 (레벨·EXP·골드·HP)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002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  인벤토리 + 5부위 장비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  퀘스트 진행 상태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624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  웨이포인트 언락 현황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  상점 재고 + 열린 상자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07792"/>
            <a:ext cx="8321040" cy="173736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저장 흐름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37560"/>
            <a:ext cx="18288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CaptureCurrentState()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씬 전체 탐색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3675888"/>
            <a:ext cx="274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3337560"/>
            <a:ext cx="18288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JsonUtility.ToJson()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직렬화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3675888"/>
            <a:ext cx="274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337560"/>
            <a:ext cx="18288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EncryptSaveJson()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AES 암호화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3675888"/>
            <a:ext cx="2743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3337560"/>
            <a:ext cx="182880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File.WriteAllText()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디스크 저장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웨이포인트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8321040" cy="100584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컴포넌트 구조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2468880" cy="438912"/>
          </a:xfrm>
          <a:prstGeom prst="rect">
            <a:avLst/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WaypointNode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ID·타입·스폰포인트 데이터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664208"/>
            <a:ext cx="2468880" cy="438912"/>
          </a:xfrm>
          <a:prstGeom prst="rect">
            <a:avLst/>
          </a:prstGeom>
          <a:solidFill>
            <a:srgbClr val="2471A3">
              <a:alpha val="70000"/>
            </a:srgbClr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WaypointInteractable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F키 상호작용 처리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664208"/>
            <a:ext cx="2468880" cy="438912"/>
          </a:xfrm>
          <a:prstGeom prst="rect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WaypointManager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언락·이동·리스폰 관리 싱글톤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423160"/>
            <a:ext cx="4069080" cy="228600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타입별 동작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TOWN 타입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여러 목적지 선택 메뉴를 열어 원하는 구역으로 이동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REGION 타입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인접한 단일 목적지로 즉시 텔레포트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069080" cy="2286000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세이브 연동 &amp; 리스폰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80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웨이포인트 상호작용 → SaveManager.SaveGame() 자동 호출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3310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잠긴 웨이포인트 → UnlockWaypoint() (상태 저장)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7398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활성화된 웨이포인트 → SetLastActivated() (저장)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41696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사망 후 리스폰 → 마지막 활성화 포인트 스폰 반환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F0"/>
                </a:solidFill>
              </a:rPr>
              <a:t>(없으면 기본 스폰 지점)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⑤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인벤토리 &amp; 장비 툴팁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069080" cy="345643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장비 시스템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1188720" cy="347472"/>
          </a:xfrm>
          <a:prstGeom prst="rect">
            <a:avLst/>
          </a:prstGeom>
          <a:solidFill>
            <a:srgbClr val="1A2A4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 Sword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공격력 보너스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1188720" cy="347472"/>
          </a:xfrm>
          <a:prstGeom prst="rect">
            <a:avLst/>
          </a:prstGeom>
          <a:solidFill>
            <a:srgbClr val="1A2A4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 Shield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방어 + HP 보너스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606040"/>
            <a:ext cx="1188720" cy="347472"/>
          </a:xfrm>
          <a:prstGeom prst="rect">
            <a:avLst/>
          </a:prstGeom>
          <a:solidFill>
            <a:srgbClr val="1A2A4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 Helmet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HP 보너스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063240"/>
            <a:ext cx="1188720" cy="347472"/>
          </a:xfrm>
          <a:prstGeom prst="rect">
            <a:avLst/>
          </a:prstGeom>
          <a:solidFill>
            <a:srgbClr val="1A2A4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 Chest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136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최대 HP 보너스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520440"/>
            <a:ext cx="1188720" cy="347472"/>
          </a:xfrm>
          <a:prstGeom prst="rect">
            <a:avLst/>
          </a:prstGeom>
          <a:solidFill>
            <a:srgbClr val="1A2A4A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47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[ Legs 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593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HP 보너스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87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90A8"/>
                </a:solidFill>
              </a:rPr>
              <a:t>장착 시 3D 모델이 마운트 포인트에 실제로 붙음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90A8"/>
                </a:solidFill>
              </a:rPr>
              <a:t>장착 아이템은 인벤토리 슬롯 위에 '장착중' 아이콘 표시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261872"/>
            <a:ext cx="4069080" cy="345643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아이템 툴팁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런타임 생성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993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씬에 배치 없이 코드로 동적 생성,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활성 Canvas에 자동으로 자식 등록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항상 최상단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SetAsLastSibling() → 다른 UI보다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항상 위에 렌더링 보장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화면 경계 처리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우측·상단에 걸리면 반대 방향으로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자동 반전 + ScreenPadding 클램프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표시 내용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242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아이템명 · 설명 · 티어 · ATK/HP 수치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핵심 구현 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구역별 라이팅 &amp; 사운드 전환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8321040" cy="804672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공통 작동 패턴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트리거 콜라이더 진입 → ActiveZones 리스트 갱신 → priority 최우선 존 선택 → 블렌딩/크로스페이드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(구역이 겹칠 때 priority 값으로 우선순위를 명확히 결정)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4069080" cy="2487168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</a:rPr>
              <a:t>💡  라이팅 전환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LightingZoneProfile ScriptableObject로 구역별 설정 에셋 분리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방향광 색상·강도 → Lerp 블렌딩 (코루틴)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RenderSettings.ambientColor 환경광 블렌딩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785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fogColor + fogDensity 블렌딩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169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포스트프로세싱 Volume weight 교차 페이드 (구 → 0, 신 → 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76272"/>
            <a:ext cx="4069080" cy="2487168"/>
          </a:xfrm>
          <a:prstGeom prst="rect">
            <a:avLst/>
          </a:prstGeom>
          <a:solidFill>
            <a:srgbClr val="1A1A3E"/>
          </a:solidFill>
          <a:ln w="63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</a:rPr>
              <a:t>🔊  사운드 전환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AudioSource A/B 듀얼 버퍼 크로스페이드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PlayBGM() → 현 소스 0으로 fade out,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다음 소스 0→1 fade in (코루틴)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AudioMixer.BGMVolume 파라미터 경유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→ 마스터 볼륨과 독립 조절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85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볼륨 설정 PlayerPrefs 저장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169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BGM 4종 (타이틀·마을·사막·숲·던전)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A1A3E"/>
                </a:solidFill>
              </a:rPr>
              <a:t>04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느낀점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3주간의 개발을 돌아보며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1A3E"/>
                </a:solidFill>
              </a:rPr>
              <a:t>느낀점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개발을 통해 배운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19050">
            <a:solidFill>
              <a:srgbClr val="1A1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6400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</a:rPr>
              <a:t>🎬  연출이 게임플레이를 만든다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0"/>
                </a:solidFill>
              </a:rPr>
              <a:t>타격감, 사운드 하나하나가 플레이 경험 전체를 좌우한다는 것을 체감. 아이템 획득음, UI 팝업 SFX 등 "당연하다고 생각했던" 요소들이 실제 개발에서는 놓치기 쉬운 디테일이었다.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14600"/>
            <a:ext cx="64008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877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</a:rPr>
              <a:t>⚖  밸런스는 설계에서부터 시작된다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93522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0"/>
                </a:solidFill>
              </a:rPr>
              <a:t>넓은 맵 구현 욕심으로 몬스터 패턴 다양화를 포기 → 몬스터가 단순해져 난이도 밸런스가 매우 어려웠다. 결국 플레이어/장비 스탯을 고정하고 몬스터 수치와 장비 가격을 반복 조정해 해결했다.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749040"/>
            <a:ext cx="64008" cy="11155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221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3E"/>
                </a:solidFill>
              </a:rPr>
              <a:t>🔧  스코프 조절의 중요성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16966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0"/>
                </a:solidFill>
              </a:rPr>
              <a:t>1인 3주 개발이라는 제약 안에서 "최소한의 기능으로 최대한의 재미"를 추구해야 했다. 욕심을 줄이고 핵심 루프 완성에 집중하는 것이 결과적으로 더 완성도 있는 게임을 만들었다.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1A1050">
              <a:alpha val="35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2743200" y="3063240"/>
            <a:ext cx="3657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8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090A8"/>
                </a:solidFill>
              </a:rPr>
              <a:t>김경일의 모험 : Origin  ·  1인 3주 개발  ·  Unity 6.3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김경일의 모험 : Origin — 개발 발표</dc:title>
  <dc:subject>PptxGenJS Presentation</dc:subject>
  <dc:creator>PptxGenJS</dc:creator>
  <cp:lastModifiedBy>PptxGenJS</cp:lastModifiedBy>
  <cp:revision>1</cp:revision>
  <dcterms:created xsi:type="dcterms:W3CDTF">2026-06-07T09:48:52Z</dcterms:created>
  <dcterms:modified xsi:type="dcterms:W3CDTF">2026-06-07T09:48:52Z</dcterms:modified>
</cp:coreProperties>
</file>